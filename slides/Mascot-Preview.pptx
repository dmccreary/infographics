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02"/>
    <p:restoredTop sz="94658"/>
  </p:normalViewPr>
  <p:slideViewPr>
    <p:cSldViewPr snapToGrid="0">
      <p:cViewPr varScale="1">
        <p:scale>
          <a:sx n="57" d="100"/>
          <a:sy n="57" d="100"/>
        </p:scale>
        <p:origin x="200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6232-CC4D-309D-4674-7743FD2D5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87ABC-B58A-8702-1813-94C31B87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C0FF9-A586-36EC-EDF2-80A78570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3AC54-4D2C-37C8-9BC8-518EDB0B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360BF-EA77-2740-8DD4-2689C2E2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2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DD109-9C20-305D-0173-3BD92CAC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E3993-AD30-DB91-B9EF-087CEE3B1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63342-38C7-3B1F-E1A0-B61F7106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A72D3-0FE7-6475-D288-18D95072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BB7-3EEB-7BC3-0C38-39F1B677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5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6515-4C2C-73AD-BBBC-BDBE128C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F2B63-FC2B-DA27-B85E-DAB4CB97B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DC44A-B491-A516-34D4-9BCC2C33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1A74C-5DD6-9F75-BFF1-77AE2879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C7A6-AA69-B9B6-385D-1DB25B47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0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C05B-FE5B-B0CC-DB83-683691B03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F6AF-174A-16B1-63F0-EFCC6A253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F1073-56CF-8DB6-F2A6-519B1829C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978A-9061-F998-B9A9-9EF6AC2A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91741-6586-9838-0260-33000E4C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6067-6479-D3C2-6630-0E30B831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5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CF68-532C-C50E-CF6B-1214BB6F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42E45-D6E9-90B2-AAD5-68203731C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0D76B-54C4-3D38-8C32-E26383CF1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B159F-86B5-514E-00E6-9551CF35D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73643-1B89-06BB-535D-344253DAA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2DCBC-D0BB-2022-7853-554D22B19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DD5B3-FC36-627C-877E-D96C6AF6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A74C1-9869-8493-2175-5C561018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3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2714-BBBF-2D08-311C-8C69AFB2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BB141-6360-16EE-5A90-998E915A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1EA3E-7F07-DE27-2742-48FA9D4A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0CA25-E387-2F87-43B4-65430C6E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2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D2A3C-05B5-F22F-96CD-5BF525FE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D59C5-5DBB-DF7E-2B75-873F87FC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CF439-2A4E-050B-D52C-7970FCFD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1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A6BFF-034E-5D89-65D4-7051A8CF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382B-DBAF-F371-5894-F06284940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FC540-6C9A-7824-D44B-E992D2CBF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B4A77-A19B-4552-D826-D5926107F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7D088-A39B-F79C-D8F0-AB098522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AFBAB-8FC6-3CEA-1818-F6BD90DC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2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7E29-496A-503A-7B66-981573C7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B6AEA8-C4BB-D3AE-F1B2-CAEAE2D5A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F94AF-DD9B-C1F2-9FE0-936858E69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BE14-9D6F-330A-B077-3DB67E84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884A9-89EE-71BA-7B68-6C5C861A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FA8EE-090F-700C-2592-CCF967A9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39FF-21D0-BB80-078E-52104314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AC33E-6EA6-6548-C0E5-640F87CF7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63A3-D284-CD63-12FA-5745C732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83447-8617-3C66-D4FF-62C18A70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D67D5-E083-5731-1FA1-FF6E1C11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9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0098E-A19C-7EAF-614D-6AC948037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C0D66-7B12-6B7D-EB8F-4404D9216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D17F1-F9CF-D6DC-2688-610514AF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83818-344C-4255-223E-59510F7F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6B2F4-1842-AAFA-5C84-0DC86784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8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09658-0B62-B646-B5B2-568E97B7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B5DDE-84BE-1583-7F67-7DB210BA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70CD8-535D-2EC0-E912-5E589AB85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579B4-B727-EC4B-A3ED-BB12FFCD3BA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9CFA7-9D5E-1A60-6C21-F8D5CD4CA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D0108-A37B-FE65-EDB2-F95F52B35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58B18-6E47-5341-A477-0A1102E90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3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peacock&#10;&#10;AI-generated content may be incorrect.">
            <a:extLst>
              <a:ext uri="{FF2B5EF4-FFF2-40B4-BE49-F238E27FC236}">
                <a16:creationId xmlns:a16="http://schemas.microsoft.com/office/drawing/2014/main" id="{74079F31-9CAD-DE51-638C-FEDE6A5C6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90" y="380747"/>
            <a:ext cx="6579220" cy="609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28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2026-03-12T14:50:22Z</dcterms:created>
  <dcterms:modified xsi:type="dcterms:W3CDTF">2026-03-12T14:55:25Z</dcterms:modified>
</cp:coreProperties>
</file>